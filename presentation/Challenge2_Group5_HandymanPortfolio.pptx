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200">
                <a:solidFill>
                  <a:srgbClr val="1E293B"/>
                </a:solidFill>
              </a:rPr>
              <a:t>Challenge 2 — Home Handyman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COMP5450 Mobile Programming · Group 5</a:t>
            </a:r>
          </a:p>
          <a:p>
            <a:r>
              <a:t>Liang Mingchen · May 27,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E293B"/>
                </a:solidFill>
              </a:rPr>
              <a:t>Problem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Homeowners need a single, trustworthy view of a handyman's work.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Our app combines services, portfolio, reviews, and contact in one place.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The handout says: "showcase skills that attract potential customers."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Cross-platform Flutter lets us ship to Android, iOS, and web from one codebase.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E293B"/>
                </a:solidFill>
              </a:rP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Flutter 3.32 + Dart — cross-platform framework from the course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Material 3 design with a warm amber/orange theme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Repository pattern for data access (program to an interface)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Firebase-ready: abstract PortfolioRepository → swap mock for Firestore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Tested with flutter analyze (0 issues) and 7 widget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E293B"/>
                </a:solidFill>
              </a:rP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models/ — Service, Project, Review (plain Dart classes)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data/ — PortfolioRepository (abstract) + MockPortfolioRepository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screens/ — one file per screen (Home, Services, Portfolio, About, Reviews, Contact)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widgets/ — reusable cards (HeroBanner, ServiceCard, ProjectCard, ReviewCard, StatChip)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Swapping to Firestore requires changing only one class — no screen edits.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93B"/>
                </a:solidFill>
              </a:rPr>
              <a:t>Home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Hero banner with Call / Book / Portfolio buttons</a:t>
            </a:r>
          </a:p>
          <a:p>
            <a:pPr>
              <a:defRPr sz="1600"/>
            </a:pPr>
            <a:r>
              <a:t>Stat chips: 12 years, 340+ projects, 85% repeat clients</a:t>
            </a:r>
          </a:p>
          <a:p>
            <a:pPr>
              <a:defRPr sz="1600"/>
            </a:pPr>
            <a:r>
              <a:t>Featured services grid (top 4 of 6)</a:t>
            </a:r>
          </a:p>
          <a:p>
            <a:pPr>
              <a:defRPr sz="1600"/>
            </a:pPr>
            <a:r>
              <a:t>ConstrainedBox(maxWidth: 600) for responsive centering</a:t>
            </a:r>
          </a:p>
        </p:txBody>
      </p:sp>
      <p:pic>
        <p:nvPicPr>
          <p:cNvPr id="4" name="Picture 3" descr="screenshot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97280"/>
            <a:ext cx="245612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93B"/>
                </a:solidFill>
              </a:rPr>
              <a:t>Services &amp;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Services: 6 categories in a 2-column grid with icons</a:t>
            </a:r>
          </a:p>
          <a:p>
            <a:pPr>
              <a:defRPr sz="1600"/>
            </a:pPr>
            <a:r>
              <a:t>Portfolio: project cards with category tags and before/after labels</a:t>
            </a:r>
          </a:p>
          <a:p>
            <a:pPr>
              <a:defRPr sz="1600"/>
            </a:pPr>
            <a:r>
              <a:t>Placeholder images with color overlays (no network images)</a:t>
            </a:r>
          </a:p>
          <a:p>
            <a:pPr>
              <a:defRPr sz="1600"/>
            </a:pPr>
            <a:r>
              <a:t>All data from MockPortfolioRepository → easy to swap</a:t>
            </a:r>
          </a:p>
        </p:txBody>
      </p:sp>
      <p:pic>
        <p:nvPicPr>
          <p:cNvPr id="4" name="Picture 3" descr="screenshot-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2456121" cy="5029200"/>
          </a:xfrm>
          <a:prstGeom prst="rect">
            <a:avLst/>
          </a:prstGeom>
        </p:spPr>
      </p:pic>
      <p:pic>
        <p:nvPicPr>
          <p:cNvPr id="5" name="Picture 4" descr="screenshot-portfol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097280"/>
            <a:ext cx="245612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E293B"/>
                </a:solidFill>
              </a:rPr>
              <a:t>Reviews &amp;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Reviews: average rating header + testimonial cards (name, stars, quote)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Contact: business info tiles + message form with validation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Form calls submitContact() — simulates 400ms delay, shows snackbar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When Firebase is connected, the same method writes to Firestore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E293B"/>
                </a:solidFill>
              </a:rPr>
              <a:t>About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Accessible from the info icon in the app bar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Profile avatar, name, tagline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Stat chips: years, projects, repeat rate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Bio paragraph, certifications, and service area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E293B"/>
                </a:solidFill>
              </a:rPr>
              <a:t>Testing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flutter analyze — 0 warnings or errors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flutter test — 7 widget tests, all pass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Tests cover: all 5 tabs, About page nav, form validation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flutter build web — successful, used for screenshots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E293B"/>
                </a:solidFill>
              </a:rPr>
              <a:t>Firebase Integration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1. Add firebase_core, cloud_firestore, firebase_storage to pubspec.yaml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2. Create FirestorePortfolioRepository implementing the same interface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3. Replace mock in main.dart — zero screen changes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"Program to an interface, not an implementation"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1E293B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Six-screen Flutter portfolio app for a home handyman service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Material 3 with warm amber theme, responsive layout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Repository pattern keeps data access swappable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All tests pass, analysis clean, web build verified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Firebase integration is a one-class swap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